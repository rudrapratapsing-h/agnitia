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AGNITIA • AUTONOMOUS SRE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Agnitia: the AI on-call engineer that finds the real problem and fixes it safely.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SRE (Site Reliability Engineer) = software engineer who keeps production cloud services running.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728655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rPr sz="2400"/>
              <a:t>Built for Production Kubernetes at Hackathon 2026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Automatically correlates cascading alert storms into a single actionable incident.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Pinpoints root causes with machine-verified citations from raw cluster logs.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Synthesizes topologically ordered playbooks and awaits human authorization.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Recovers multi-tier microservice outages in under 40 seconds.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THE PROBLEM • 3 AM ON-CALL OUTAGE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When one service fails, engineers get 56 alerts, not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Cascading failure = when a database outage triggers downstream connection failures in 5 other apps.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512064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4572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rPr sz="2400"/>
              <a:t>Phone Alert Storm (56 Messages)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03:14:10 [CRITICAL] Postgres: OOM Killed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03:14:11 [ERROR] Auth: DB timeout (10x)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03:14:11 [ERROR] Payments: DB dropped (15x)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03:14:12 [CRITICAL] API Gateway: 503 (18x)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03:14:14 [CRITICAL] Web UI: Checkout down (12x)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40280"/>
            <a:ext cx="52120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92240" y="2423160"/>
            <a:ext cx="46634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rPr sz="2400"/>
              <a:t>Cascading Dependency Chain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1. Database (postgres) [ROOT CAUSE: OOM]</a:t>
            </a:r>
          </a:p>
          <a:p>
            <a:pPr>
              <a:defRPr sz="2400">
                <a:solidFill>
                  <a:srgbClr val="94A3B8"/>
                </a:solidFill>
              </a:defRPr>
            </a:pPr>
            <a:r>
              <a:rPr sz="2400"/>
              <a:t>   ↓ database pool drops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2. Auth &amp; Payments [IMPACTED: 503 Errors]</a:t>
            </a:r>
          </a:p>
          <a:p>
            <a:pPr>
              <a:defRPr sz="2400">
                <a:solidFill>
                  <a:srgbClr val="94A3B8"/>
                </a:solidFill>
              </a:defRPr>
            </a:pPr>
            <a:r>
              <a:rPr sz="2400"/>
              <a:t>   ↓ upstream connection refused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3. Gateway &amp; Website [TOTAL OUTAGE]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THE SRE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Finding the cause takes 30 to 60 minutes, and the wrong fix makes it worse.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Stampede = restarting all pods at once overwhelms the database and crashes it again.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342900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rPr sz="2400"/>
              <a:t>1. THE NOISE STORM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Engineers are flooded with 50+ notifications and waste an hour finding the root.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240280"/>
            <a:ext cx="342900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62856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rPr sz="2400"/>
              <a:t>2. SLOW LOG HUNTING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Engineers manually grep megabytes of terminal logs across dozens of containers.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240280"/>
            <a:ext cx="342900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211312" y="246888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rPr sz="2400"/>
              <a:t>3. INCORRECT RECOVERY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Panicked restarts without dependency ordering cause repeated immediate crashes.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THE SOLUTION • CLOSED-LOOP HEALING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Agnitia closes the loop in five steps.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Closed loop = automated workflow from detection to verification with no manual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 sz="2400"/>
              <a:t>1. DETECT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Streams cluster telemetry and container logs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044952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rPr sz="2400"/>
              <a:t>2. CORRELATE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Collapses 56 alerts into 1 incident using graph topology.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221224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rPr sz="2400"/>
              <a:t>3. DIAGNOSE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Pinpoints root cause with verifiable log citations.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97496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rPr sz="2400"/>
              <a:t>4. PLAN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Orders recovery steps in strict topological dependency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573768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rPr sz="2400"/>
              <a:t>5. APPROVE &amp; HEAL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Waits for human authorization, then heals node by node.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Live demonstration: closed-loop incident resolution in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Mission control = real-time dashboard displaying topology map and streaming agent reasoning.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728655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rPr sz="2400"/>
              <a:t>Switching to Live Mission Control Console...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1. Inject Database Out-of-Memory failure into simulated Kubernetes cluster.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2. Watch 56 alert cards funnel into single Incident INC-104 on the topology map.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3. Stream 5-agent pipeline investigation with verified log citation line 42.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4. Hand judge the mobile phone to tap 'Approve' on Telegram.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5. Observe ordered self-healing and stopwatch freeze in 38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Five AI agents, one dependency map, and a human in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Topological order = sequence where database dependencies heal before web gateways.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 sz="2400"/>
              <a:t>1. TRIAGE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Groups 56 raw alerts to 1 incident by evaluating root candidates.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044952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rPr sz="2400"/>
              <a:t>2. DIAGNOSE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Extracts container exit code 137 and fatal memory log citations.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221224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rPr sz="2400"/>
              <a:t>3. PLAN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Generates playbook: patch memory first, then restart in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97496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rPr sz="2400"/>
              <a:t>4. VERIFY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Validates quotes against raw cluster logs; flags fake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2240280"/>
            <a:ext cx="20116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573768" y="2423160"/>
            <a:ext cx="1737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rPr sz="2400"/>
              <a:t>5. EXECUTE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Pauses for human authorization, then heals node by node.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HALLUCINATION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Every claim comes with proof the AI can't fake.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Exit code 137 = the system terminated the container for exceeding its memory limit.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342900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7171"/>
                </a:solidFill>
              </a:defRPr>
            </a:pPr>
            <a:r>
              <a:rPr sz="2400"/>
              <a:t>EXIT CODE 137 [VERIFIED ✓]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Signal: SIGKILL by Linux OOM killer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Container exceeded 64Mi memory limit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Machine-verified against cluster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2240280"/>
            <a:ext cx="342900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62856" y="242316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rPr sz="2400"/>
              <a:t>LOG CITATION LINE 42 [VERIFIED ✓]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Text: 'FATAL: out of memory'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Exact match confirmed in raw server logs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Fake citations drop confidence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240280"/>
            <a:ext cx="342900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211312" y="2423160"/>
            <a:ext cx="30632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rPr sz="2400"/>
              <a:t>MEMORY CURVE 64Mi [VERIFIED ✓]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Telemetry: 40Mi ramped to 64Mi in 12s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Blast radius: 4 impacted, Redis healthy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Matches past incident INC-087 at 94%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SAFETY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The AI can only do what we allow, and it asks before anything risky.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Allow-list = fixed set of 7 non-destructive actions; arbitrary shell commands are impossible.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56032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2286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 sz="2400"/>
              <a:t>ALLOW-LIST (7 ACTIONS)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Only non-destructive actions: patch memory, patch CPU, restart, rollback. No deletes.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240280"/>
            <a:ext cx="256032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593592" y="2423160"/>
            <a:ext cx="2286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BBF24"/>
                </a:solidFill>
              </a:defRPr>
            </a:pPr>
            <a:r>
              <a:rPr sz="2400"/>
              <a:t>APPROVAL GATE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Risky infrastructure changes require explicit human sign-off via UI diff or Telegram tap.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240280"/>
            <a:ext cx="256032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318504" y="2423160"/>
            <a:ext cx="2286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78BFA"/>
                </a:solidFill>
              </a:defRPr>
            </a:pPr>
            <a:r>
              <a:rPr sz="2400"/>
              <a:t>AUTONOMY LEVELS 1-3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Policy slider: Level 1 asks all, Level 2 auto-runs low risk, Level 3 stays guarded.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240280"/>
            <a:ext cx="256032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043416" y="2423160"/>
            <a:ext cx="22860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4D399"/>
                </a:solidFill>
              </a:defRPr>
            </a:pPr>
            <a:r>
              <a:rPr sz="2400"/>
              <a:t>IMMUTABLE AUDIT LOG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Every AI suggestion, operator authorization, and probe check is permanently logged.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PROVABLE BUSINESS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In our test scenario: 56 alerts became 1 incident, and recovery took 38 seconds instead of 45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MTTR (Mean Time To Recovery) = the average time required to troubleshoot and restore a down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52120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754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rPr sz="2400"/>
              <a:t>98% LESS NOISE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56 raw alerts collapsed to 1 incident card.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On-call engineers zero in on the root cause.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Untouched services (Redis) stay green.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240280"/>
            <a:ext cx="52120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73952" y="2423160"/>
            <a:ext cx="4754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rPr sz="2400"/>
              <a:t>70X FASTER RECOVERY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Traditional manual MTTR: 30–60 minutes.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Agnitia verified recovery: exactly 38 seconds.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Prevents thousands of lost transactions.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Others group alerts or explain errors; Agnitia also fixes them in the right order.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Closed-loop remediation = executing the verified repair instead of merely emailing an alert.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728655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 sz="2400"/>
              <a:t>Capability Matrix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Alert Grouping: PagerDuty &amp; BigPanda group alerts; Agnitia uses the live graph.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Machine Evidence: Enterprise tools partly check logs; Agnitia verifies citations.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Ordered Execution: Others require manual scripts; Agnitia builds topological orders.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Infrastructure Overhead: Big platforms cost $$$/host; Agnitia reads K8s directly.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Early Warning: Agnitia predicts exhaustion countdown before the OOM crash happens.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TARGET MARKET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Built for teams running Kubernetes without a 24/7 reliability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24/7 on-call rotation = team members waking up in shifts to answer midnight production outages.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52120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754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BBF24"/>
                </a:solidFill>
              </a:defRPr>
            </a:pPr>
            <a:r>
              <a:rPr sz="2400"/>
              <a:t>WHO PAYS FOR AGNITIA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Growth-stage startups running 10–50 microservices.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Engineering teams without dedicated 24/7 SRE staff.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Saves ~₹1,00,000+ per midnight downtime incident.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2240280"/>
            <a:ext cx="5212080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73952" y="2423160"/>
            <a:ext cx="4754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78BFA"/>
                </a:solidFill>
              </a:defRPr>
            </a:pPr>
            <a:r>
              <a:rPr sz="2400"/>
              <a:t>ROADMAP TRAJECTORY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Auto-discovered topologies via eBPF / OpenTelemetry.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Native Slack, PagerDuty, and Opsgenie push integrations.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Multi-cluster Kubernetes and cloud mesh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 sz="2400"/>
              <a:t>CONCLUSION &amp;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rPr sz="2400"/>
              <a:t>Built in 18 hours: from 56 alerts to one verified fix, safely.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>
                <a:solidFill>
                  <a:srgbClr val="FBBF24"/>
                </a:solidFill>
              </a:defRPr>
            </a:pPr>
            <a:r>
              <a:rPr sz="2400"/>
              <a:t>*Jargon: Closed-loop reliability = AI finding, proving, and healing infrastructure outages.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10728655" cy="41605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rPr sz="2400"/>
              <a:t>Team Agnitia • 4 Engineers, 4 Lanes, 1 Shared Contract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Member 1: Frontend Lead (React Flow topology map, Evidence drawer, Chaos bar)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Member 2: Backend &amp; Simulator Lead (Deterministic cluster simulator, Executor, Adapters)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Member 3: AI Agents Lead (Diagnosis, Planner, Citation verifier, Postmortem generator)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Member 4: Chaos Content, Pitch &amp; Integrations (Scenarios, Telegram bot, Decks, Audio)</a:t>
            </a:r>
          </a:p>
          <a:p>
            <a:pPr>
              <a:defRPr sz="2400">
                <a:solidFill>
                  <a:srgbClr val="F8FAFC"/>
                </a:solidFill>
              </a:defRPr>
            </a:pPr>
            <a:r>
              <a:rPr sz="2400"/>
              <a:t>• Thank you! Agnitia is ready for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