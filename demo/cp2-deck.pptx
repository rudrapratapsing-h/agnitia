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RECAP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The 3 AM problem: when one service fails, engineers get 56 alerts, not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Alert storm = cascading notifications flooding phones when downstream services fail.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12064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Phone Alert Storm (56 Messages)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03:14:10 [CRITICAL] Database OOM Killed (code 137)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03:14:11 [ERROR] Auth: DB connection timeout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03:14:11 [ERROR] Payments: DB connection refused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03:14:12 [CRITICAL] API Gateway: 503 spike (18x)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03:14:14 [CRITICAL] Web UI: Checkout failed (12x)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92240" y="242316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Cascading Failure Topology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1. Database (postgres) [ROOT CAUSE: OOM]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rPr sz="2400"/>
              <a:t>   ↓ failure cascades to dependent services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2. Auth &amp; Payments [IMPACTED: 503 Outage]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rPr sz="2400"/>
              <a:t>   ↓ gateway upstream pools exhaust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3. Gateway &amp; Website [FULL USER OUTAGE]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CLOSED-LOOP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Agnitia closes the loop in five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Closed loop = automated progression from detection to verified recovery without manual delay.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1. DETECT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Streams cluster metrics and container logs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44952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2. CORRELATE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Collapses 56 alerts into 1 incident using graph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21224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3.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Pinpoints root cause with verifiable log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97496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4.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Orders recovery steps in strict topological dependency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573768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5. APPROVE &amp; HEAL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Waits for human authorization, then heals node by node.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CHECKPOINT 2 • AGENT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Five AI agents, one dependency map, and a human in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Topological order = recovery sequence where foundational databases heal before web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1. TRIAGE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Groups 56 raw alerts into 1 incident by checking graph roots.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44952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2.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Extracts container exit code 137 and fatal memory log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21224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3.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Generates playbook: patch memory first, then restart in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97496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4. VERIFY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Validates all log quotes against raw data; flags fake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573768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5. EXECUTE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Pauses for human approval, then verifies health per node.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CHECKPOINT 2 • EVIDENCE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Every claim comes with proof the AI can't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Exit code 137 = the Linux kernel killed the container for exceeding its memory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EXIT CODE 137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Signal: SIGKILL by Linux OOM killer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Reason: Container exceeded 64Mi limit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Checked: Machine-verified via K8s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62856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LOG CITATION LINE 42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Text: 'FATAL: out of memory'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Exact Match: Found at line 42 in raw log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Guard: Hallucinated citations dropped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11312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MEMORY CURVE 64Mi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Telemetry: 40Mi ramped to 64Mi in 12s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Blast Radius: 4 victims, Redis healthy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Incident Match: 94% match to INC-087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CHECKPOINT 2 • SAFETY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The AI can only do what we allow, and it asks before anything risky.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Allow-list = fixed set of 7 non-destructive actions; arbitrary shell commands are forbidden.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ALLOW-LIST (7 ACTIONS)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Only permitted operations: patch memory, patch CPU, restart, rollback. Deletions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593592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APPROVAL GATE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Risky config changes require human authorization via UI diff or mobile Telegram tap.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318504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AUTONOMY LEVELS 1-3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Policy slider: Level 1 asks all, Level 2 auto-runs low risk, Level 3 stays guarded.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043416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IMMUTABLE AUDIT LOG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Every AI suggestion, human approval, and probe check is permanently 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EXECUTION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Where we are: Checkpoint 2 progress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Feature freeze = hour 15 milestone when new development locks to ensure stable rehearsal.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DONE (CHECKPOINT 2)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Live 5-Agent Pipeline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Evidence Drawer with Citations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Ordered Playbook &amp; Diff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Mobile Approval Bot (Telegram)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Downtime Cost Stopwatch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62856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BUILDING NOW (PHASE 3)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Crash Prediction (Slow Leak)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Real-Kubernetes Adapter (Kind)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Autonomy Policy Slider (L1-3)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Instant Postmortem Writer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Past Incidents Memory (INC-087)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11312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NEXT (FINAL REHEARSAL)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10 Timed Stage Rehearsals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Projector 1080p Calibration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Demo Safety Net Freeze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Q&amp;A Team Drill (§14)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ROAD 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In the final, Agnitia will predict crashes before they happen.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Preventive fix = raising resources before an outage occurs to avoid any user downtime.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FEATURE 16 • PREVENTIVE CRASH PREDICTION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Linear regression detects memory climbs 4 minutes early.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Countdown warning fires at t=180s with 60s safety buffer.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Offers preventive memory patch before the OOM crash happens.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Proves proactive reliability on the slow_leak scenario.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73952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FEATURE 14 • AUTONOMOUS POSTMORTEM WRITER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Generates comprehensive blameless report in 10 seconds.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Includes verified timeline, root cause evidence, and impact.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Outputs 3 role-assigned action items (Platform, SRE, Dev).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Fully downloadable markdown document with one click.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