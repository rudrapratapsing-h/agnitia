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3 AM problem: when one service fails, engineers get 56 alerts, not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56 alerts = cascade of error messages sent to phones when downstream systems fail.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Phone Alert Storm (56 Messages)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03:14:10 [CRITICAL] Database OOM Killed (code 137)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03:14:11 [ERROR] Auth: DB query connection timeout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03:14:11 [ERROR] Payments: DB connection refused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03:14:12 [CRITICAL] API Gateway: 502/503 spike (18x)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03:14:14 [CRITICAL] Web UI: Checkout checkout 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21208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Cascading Failure Chain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1. Database (postgres) [ROOT CAUSE: OOM]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   ↓ failure propagates to dependencies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2. Auth &amp; Payments [IMPACTED: 503 Errors]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   ↓ gateway upstream connections fail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3. Gateway &amp; Website [FULL SYSTEM OUTAGE]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THE SOLUTION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Agnitia closes the loop in five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Closed loop = automated workflow from incident detection to verified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1. DETECT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Streams cluster metrics and container logs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2. CORRELATE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Collapses 56 alerts into 1 incident using topology graph.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3.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Pinpoints root cause with verifiable log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4.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Generates safe, dependency-ordered recovery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5. APPROVE &amp; HEAL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Waits for human authorization, then verifies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One backend, a live dependency map and a swappable cluster.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Cluster adapter = interface switching between test simulator and real Kubernetes.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TIER 1 • REACT OPERATOR UI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Live React Flow dependency map • Terminal AI reasoning panel • Incident approval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TIER 2 • FASTAPI &amp; EVENT BUS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Topology graph correlation • Real-time WebSocket bus • Pydantic contract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TIER 3 • CLUSTER ADAPTERS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Deterministic simulator (demo mode) OR Real Kubernetes cluster (Kind)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EXECUTION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Where we are: progress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Chaos panel = one-click fault injection tool to verify resilience under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DONE (HOUR 5)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Dependency Map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Chaos Injection Panel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Alert Storm Funnel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AI Reasoning Panel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Telegram Bot Ping/Pong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BUILDING NOW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Evidence Drawer with Proof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Ordered Playbook Engine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5-Agent Pipeline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Citation Verifier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NEXT (CHECKPOINT 2)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Approval Card &amp; Diff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Self-Healing Animation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Mobile 1-Click Approval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Recovery Cost Stopwatch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Live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728655" cy="32004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Switch to the app -- follow demo/checklist.md.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Five AI agents, one dependency map, and a human in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Agent = one focused AI step (e.g. "diagnose") in a larger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TIER 1 • REACT OPERATOR UI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Live dependency map • Evidence drawer • Approval modal with config diff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TIER 2 • FIVE-AGENT PIPELINE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Triage -&gt; Diagnose -&gt; Plan -&gt; Approve -&gt; Verify, streamed live over 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TIER 3 • FASTAPI + CLUSTER ADAPTER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Topology graph, playbook executor, audit log, simulator or real Kubernetes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VERIFIED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Every claim comes with proof the AI can't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Exit code 137 = the system stopped the program for using too much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Evidence Drawer — Root cause: postgres (confidence 97%)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log  postgres-0:42 — “FATAL: out of memory (allocated 67108864 bytes, limit 67108864 bytes)”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k8s_event  postgres-0 — “Reason: OOMKilled, Exit Code: 137”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metric  postgres-0 — “mem_mb: 64.0 / limit 64.0”</a:t>
            </a:r>
          </a:p>
          <a:p>
            <a:pPr>
              <a:defRPr sz="2400">
                <a:solidFill>
                  <a:srgbClr val="F87171"/>
                </a:solidFill>
              </a:defRPr>
            </a:pPr>
            <a:r>
              <a:t>[NOT FOUND — confidence -0.2]  log  (planted) — “a citation that doesn't exist in the raw log is caught, not trusted”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Every citation is checked against the raw log/event/metric data before it reaches a human.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AI can only do what we allow, and it asks before anything risky.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Allow-list = a fixed set of actions the AI is permitted to run; nothing else is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ALLOW-LIST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patch_memory_limit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patch_cpu_limit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rollout_restart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rollback_deployment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scale_replicas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wait_for_ready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verify_health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Nothing that deletes.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APPROVAL GATE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High-risk steps (resource/config changes)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always wait for a human — on screen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or from a phone via Telegram.</a:t>
            </a:r>
          </a:p>
          <a:p>
            <a:pPr>
              <a:defRPr sz="1000">
                <a:solidFill>
                  <a:srgbClr val="F8FAFC"/>
                </a:solidFill>
              </a:defRPr>
            </a:pP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Autonomy levels 1-3 set how much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runs on its own vs. waits.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AUDIT LOG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Every decision is recorded: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who approved, what ran, what 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verified, and any rollback —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one entry per action, in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56 alerts became 1 incident, and recovery took 38 seconds instead of about 45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120640" cy="32004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A78BFA"/>
                </a:solidFill>
              </a:defRPr>
            </a:pPr>
            <a:r>
              <a:t>56 -&gt; 1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Alerts collapsed into one 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2377440"/>
            <a:ext cx="5120640" cy="32004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8346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4D399"/>
                </a:solidFill>
              </a:defRPr>
            </a:pPr>
            <a:r>
              <a:t>~45 min -&gt; 38s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Manual triage vs. Agnitia's measured recovery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HOW WE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Others group alerts or explain errors; Agnitia also fixes them in the right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2103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Alert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103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Enterprise observability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1031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Agnitia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Groups an alert storm into one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7889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7889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889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Yes, by the dependency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Root cause with cited, machine-checked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Mostly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4747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Partly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4747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Yes, every citation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Multi-step recovery in dependency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1605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Via custom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1605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Built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Needs its own full observability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846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46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Yes, priced per host/GB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8463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No; reads Kubernetes directly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Predicts the crash before it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532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Rarely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532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</a:defRPr>
            </a:pPr>
            <a:r>
              <a:t>Some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53212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Yes, for resource exhaustion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WHO PAYS,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Built for teams running Kubernetes without a 24/7 reliability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12064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WHO PAYS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Small teams running Kubernetes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without a 24/7 SRE rotation.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Per-cluster pricing, starting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with Indian SaaS startups.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21208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ROADMAP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Auto-discovered dependency maps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(service mesh / OpenTelemetry).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More fault types beyond the four demoed.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Slack and PagerDuty integrations.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Built in 18 hours.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728655" cy="3474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8FAFC"/>
                </a:solidFill>
              </a:defRPr>
            </a:pPr>
            <a:r>
              <a:t>Member 1 -- Frontend: mission control UI, dependency map, approval flow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Member 2 -- Backend &amp; simulator: FastAPI, event bus, executor, crash predictor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Member 3 -- AI agents: diagnose/plan/verify pipeline, citations, autonomy, memory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Member 4 -- Content &amp; integrations: scenarios, Telegram bot, decks, rehearsal</a:t>
            </a:r>
          </a:p>
          <a:p>
            <a:pPr>
              <a:defRPr sz="2400">
                <a:solidFill>
                  <a:srgbClr val="94A3B8"/>
                </a:solidFill>
              </a:defRPr>
            </a:pP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Thank you. (QR code to the demo video goes here.)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