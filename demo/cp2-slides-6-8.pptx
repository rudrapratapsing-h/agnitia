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CHECKPOINT 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Five AI agents, one dependency map, and a human in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Agent = one focused AI step (e.g. "diagnose") in a larger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TIER 1 • REACT OPERATOR UI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Live dependency map • Evidence drawer • Approval modal with config diff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t>TIER 2 • FIVE-AGENT PIPELINE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Triage -&gt; Diagnose -&gt; Plan -&gt; Approve -&gt; Verify, streamed live over WebSocket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TIER 3 • FASTAPI + CLUSTER ADAPTER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Topology graph, playbook executor, audit log, simulator or real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CHECKPOINT 2 • VERIFIED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Every claim comes with proof the AI can't fake.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Exit code 137 = the system stopped the program for using too much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728655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Evidence Drawer — Root cause: postgres (confidence 97%)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[VERIFIED]  log  postgres-0:42 — “FATAL: out of memory (allocated 67108864 bytes, limit 67108864 bytes)”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[VERIFIED]  k8s_event  postgres-0 — “Reason: OOMKilled, Exit Code: 137”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[VERIFIED]  metric  postgres-0 — “mem_mb: 64.0 / limit 64.0”</a:t>
            </a:r>
          </a:p>
          <a:p>
            <a:pPr>
              <a:defRPr sz="2400">
                <a:solidFill>
                  <a:srgbClr val="F87171"/>
                </a:solidFill>
              </a:defRPr>
            </a:pPr>
            <a:r>
              <a:t>[NOT FOUND — confidence -0.2]  log  (planted) — “a citation that doesn't exist in the raw log is caught, not trusted”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t>Every citation is checked against the raw log/event/metric data before it reaches a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CHECKPOINT 2 •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The AI can only do what we allow, and it asks before anything risky.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Allow-list = a fixed set of actions the AI is permitted to run; nothing else is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ALLOW-LIST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patch_memory_limit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patch_cpu_limit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rollout_restart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rollback_deployment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scale_replicas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wait_for_ready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verify_health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Nothing that deletes.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APPROVAL GATE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High-risk steps (resource/config changes)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always wait for a human — on screen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or from a phone via Telegram.</a:t>
            </a:r>
          </a:p>
          <a:p>
            <a:pPr>
              <a:defRPr sz="1000">
                <a:solidFill>
                  <a:srgbClr val="F8FAFC"/>
                </a:solidFill>
              </a:defRPr>
            </a:pP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Autonomy levels 1-3 set how much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runs on its own vs. waits.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AUDIT LOG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Every decision is recorded: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who approved, what ran, what it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verified, and any rollback —</a:t>
            </a:r>
          </a:p>
          <a:p>
            <a:pPr>
              <a:defRPr sz="2200">
                <a:solidFill>
                  <a:srgbClr val="F8FAFC"/>
                </a:solidFill>
              </a:defRPr>
            </a:pPr>
            <a:r>
              <a:t>• one entry per action, in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